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58" y="8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37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71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81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53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35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32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9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76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16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36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8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0454-63D2-43DC-AB38-F26DC1824696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111D4-DA22-42C6-9B17-6B8647F15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216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DE2DB9-8126-49BE-B37A-3CACF70CD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2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EE17FB6-7873-44F1-8E2C-68B74B3D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400" y="239400"/>
            <a:ext cx="6379200" cy="63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2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037355F-F524-475B-BFD3-6CD8947ED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600" y="633600"/>
            <a:ext cx="5590800" cy="5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2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28CEC49-AAE6-4554-A4CC-0DA403DA6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400" y="896400"/>
            <a:ext cx="5065200" cy="50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1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121146C-D9D7-46AA-BFDC-D7C690459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600" y="1272600"/>
            <a:ext cx="4312800" cy="43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3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0B23827-06CC-4EF9-A0CB-7929BFA32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092" y="1647092"/>
            <a:ext cx="3563816" cy="35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3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569193F-2BB5-4416-B85F-95EC3AE4C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54" y="1271954"/>
            <a:ext cx="4314092" cy="431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5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67D67F2-6D91-4C46-99BE-3166D974A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5" y="896815"/>
            <a:ext cx="5064370" cy="506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0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D3B3567-0E5D-491D-9441-EA1572C8A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046" y="633046"/>
            <a:ext cx="5591908" cy="559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6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FAC013F-D4DF-4009-92BE-EB4F6B1B0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323" y="240323"/>
            <a:ext cx="6377354" cy="637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6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220B963-9D45-47D8-B3C5-F5EBA079F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3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7B780D5-FB0B-4C1F-803F-EA65A826E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38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B8341A7-16F8-4047-B7B2-274AFA421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6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EDA2C8D-76EC-4003-8D48-9FC8B875E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8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C5AEDCB-BE33-4457-AD63-AEDDCBDF1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7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9603A2F-9F67-41FD-BB54-799D6C24D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2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DA4587B-E88C-4E1F-B8BF-542887CE8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5374D41-0E6E-4277-AC35-0DA154319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34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DC5C546-CC13-4F37-898C-E24D5E58E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44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1E54FF8-F1EA-43A8-B5F5-5C921EE30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95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568AA23-A578-4E22-8738-B6DE2033C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94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7DBC69C-33AD-44C7-AC79-D583DA29F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6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744</TotalTime>
  <Words>0</Words>
  <Application>Microsoft Office PowerPoint</Application>
  <PresentationFormat>寬螢幕</PresentationFormat>
  <Paragraphs>0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簡士博</dc:creator>
  <cp:lastModifiedBy>士博 簡</cp:lastModifiedBy>
  <cp:revision>9</cp:revision>
  <dcterms:created xsi:type="dcterms:W3CDTF">2024-01-12T02:22:44Z</dcterms:created>
  <dcterms:modified xsi:type="dcterms:W3CDTF">2024-12-10T06:01:17Z</dcterms:modified>
</cp:coreProperties>
</file>