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0" r:id="rId3"/>
    <p:sldId id="263" r:id="rId4"/>
    <p:sldId id="262" r:id="rId5"/>
    <p:sldId id="257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92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28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96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61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09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15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84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23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71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67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3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29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4DB9A-A6C9-4D34-9AEE-4C58A19CA5B5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AA2B6-251F-4B8E-8E22-DA1283CEB4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44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061873D-8E20-46C2-90D4-A6BBE5CBDC14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  <a:endParaRPr lang="zh-TW" altLang="en-US" sz="20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A34DDE-16A7-43C0-9B19-D269FB08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3" y="704299"/>
            <a:ext cx="4001058" cy="157184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75AC172-EBCA-40F6-AD50-31DDBBB2E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604" y="0"/>
            <a:ext cx="3861396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D8945E-0E8D-4453-B0A3-AEA94CEB71D2}"/>
              </a:ext>
            </a:extLst>
          </p:cNvPr>
          <p:cNvSpPr/>
          <p:nvPr/>
        </p:nvSpPr>
        <p:spPr>
          <a:xfrm>
            <a:off x="342821" y="1969817"/>
            <a:ext cx="2534491" cy="224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CDF693-ACE1-4415-9EFE-EAD817C5561F}"/>
              </a:ext>
            </a:extLst>
          </p:cNvPr>
          <p:cNvSpPr txBox="1"/>
          <p:nvPr/>
        </p:nvSpPr>
        <p:spPr>
          <a:xfrm>
            <a:off x="6857492" y="1271540"/>
            <a:ext cx="81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091A6B1-A184-4747-BCE3-549ABF6F7800}"/>
              </a:ext>
            </a:extLst>
          </p:cNvPr>
          <p:cNvSpPr txBox="1"/>
          <p:nvPr/>
        </p:nvSpPr>
        <p:spPr>
          <a:xfrm>
            <a:off x="7494524" y="704299"/>
            <a:ext cx="81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弧形 10">
            <a:extLst>
              <a:ext uri="{FF2B5EF4-FFF2-40B4-BE49-F238E27FC236}">
                <a16:creationId xmlns:a16="http://schemas.microsoft.com/office/drawing/2014/main" id="{B90E9F35-040D-4AAA-AB9C-A6478D8EF2F9}"/>
              </a:ext>
            </a:extLst>
          </p:cNvPr>
          <p:cNvSpPr/>
          <p:nvPr/>
        </p:nvSpPr>
        <p:spPr>
          <a:xfrm flipH="1">
            <a:off x="7120128" y="902208"/>
            <a:ext cx="850392" cy="850392"/>
          </a:xfrm>
          <a:prstGeom prst="arc">
            <a:avLst/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443DBA4-6821-4152-8A70-D044A1F17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21" y="2276143"/>
            <a:ext cx="3848637" cy="441069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FF8DF1E-E885-41F3-98A4-8EFA607F5936}"/>
              </a:ext>
            </a:extLst>
          </p:cNvPr>
          <p:cNvSpPr/>
          <p:nvPr/>
        </p:nvSpPr>
        <p:spPr>
          <a:xfrm>
            <a:off x="381203" y="5027976"/>
            <a:ext cx="2057197" cy="3974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5CF765-B7D4-4168-B57D-9E2F901AD8AF}"/>
              </a:ext>
            </a:extLst>
          </p:cNvPr>
          <p:cNvSpPr/>
          <p:nvPr/>
        </p:nvSpPr>
        <p:spPr>
          <a:xfrm>
            <a:off x="381203" y="6073140"/>
            <a:ext cx="1597458" cy="213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769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圖片 36">
            <a:extLst>
              <a:ext uri="{FF2B5EF4-FFF2-40B4-BE49-F238E27FC236}">
                <a16:creationId xmlns:a16="http://schemas.microsoft.com/office/drawing/2014/main" id="{1F42ADC0-ACF9-4C2C-BA49-81448E590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30" y="510330"/>
            <a:ext cx="4472992" cy="420360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9B623C60-0AE9-4ED1-9550-44B3746C4EDA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  <a:endParaRPr lang="zh-TW" altLang="en-US" sz="2000" b="1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7300740-EB0E-4B97-8905-4F0610477A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23" t="11240" r="8887" b="55194"/>
          <a:stretch/>
        </p:blipFill>
        <p:spPr>
          <a:xfrm>
            <a:off x="5039634" y="59230"/>
            <a:ext cx="3883290" cy="275959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FF8E51E-5E92-44FD-847D-FAE181760EA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68" b="23264"/>
          <a:stretch/>
        </p:blipFill>
        <p:spPr>
          <a:xfrm>
            <a:off x="3020164" y="2953600"/>
            <a:ext cx="3861396" cy="3845170"/>
          </a:xfrm>
          <a:prstGeom prst="rect">
            <a:avLst/>
          </a:prstGeom>
        </p:spPr>
      </p:pic>
      <p:pic>
        <p:nvPicPr>
          <p:cNvPr id="11" name="64c6413e-1c37-406d-a7e0-dbbdc4d05483">
            <a:hlinkClick r:id="" action="ppaction://media"/>
            <a:extLst>
              <a:ext uri="{FF2B5EF4-FFF2-40B4-BE49-F238E27FC236}">
                <a16:creationId xmlns:a16="http://schemas.microsoft.com/office/drawing/2014/main" id="{17EB8862-3E10-47C9-80DA-95DECD4704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l="21291" t="11470" r="32805" b="15599"/>
          <a:stretch/>
        </p:blipFill>
        <p:spPr>
          <a:xfrm>
            <a:off x="125106" y="4459423"/>
            <a:ext cx="2702283" cy="24150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482B15-EAF0-46B4-B2AC-017D62210EF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5218"/>
          <a:stretch/>
        </p:blipFill>
        <p:spPr>
          <a:xfrm>
            <a:off x="6209995" y="4039178"/>
            <a:ext cx="2928141" cy="2759592"/>
          </a:xfrm>
          <a:prstGeom prst="rect">
            <a:avLst/>
          </a:prstGeom>
        </p:spPr>
      </p:pic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D6C776-FB4E-4117-B9DD-74E9C3103D79}"/>
              </a:ext>
            </a:extLst>
          </p:cNvPr>
          <p:cNvCxnSpPr/>
          <p:nvPr/>
        </p:nvCxnSpPr>
        <p:spPr>
          <a:xfrm flipH="1">
            <a:off x="6712178" y="1383065"/>
            <a:ext cx="53820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72FA70B-2EA3-4268-A5ED-25E4C757E5C7}"/>
              </a:ext>
            </a:extLst>
          </p:cNvPr>
          <p:cNvSpPr txBox="1"/>
          <p:nvPr/>
        </p:nvSpPr>
        <p:spPr>
          <a:xfrm>
            <a:off x="7250380" y="1198399"/>
            <a:ext cx="112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Remote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B363842-F28D-4495-96B1-E603AA5790E1}"/>
              </a:ext>
            </a:extLst>
          </p:cNvPr>
          <p:cNvSpPr txBox="1"/>
          <p:nvPr/>
        </p:nvSpPr>
        <p:spPr>
          <a:xfrm>
            <a:off x="5003366" y="3076752"/>
            <a:ext cx="56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</a:rPr>
              <a:t>PUL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0DF67A1-5ECE-4763-9BF3-F283D746D756}"/>
              </a:ext>
            </a:extLst>
          </p:cNvPr>
          <p:cNvSpPr txBox="1"/>
          <p:nvPr/>
        </p:nvSpPr>
        <p:spPr>
          <a:xfrm>
            <a:off x="4950862" y="3338403"/>
            <a:ext cx="56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</a:rPr>
              <a:t>ENV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3D084590-4336-4891-83B5-EFFEC028FBE9}"/>
              </a:ext>
            </a:extLst>
          </p:cNvPr>
          <p:cNvCxnSpPr>
            <a:cxnSpLocks/>
          </p:cNvCxnSpPr>
          <p:nvPr/>
        </p:nvCxnSpPr>
        <p:spPr>
          <a:xfrm>
            <a:off x="5372100" y="3223260"/>
            <a:ext cx="382672" cy="1304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387F36E-A250-43F1-9C98-13DFC0E2F6A9}"/>
              </a:ext>
            </a:extLst>
          </p:cNvPr>
          <p:cNvCxnSpPr>
            <a:cxnSpLocks/>
          </p:cNvCxnSpPr>
          <p:nvPr/>
        </p:nvCxnSpPr>
        <p:spPr>
          <a:xfrm>
            <a:off x="5336266" y="3476903"/>
            <a:ext cx="4005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93701742-E84F-48F8-8F39-6FA49A9F7DE9}"/>
              </a:ext>
            </a:extLst>
          </p:cNvPr>
          <p:cNvCxnSpPr>
            <a:cxnSpLocks/>
          </p:cNvCxnSpPr>
          <p:nvPr/>
        </p:nvCxnSpPr>
        <p:spPr>
          <a:xfrm flipV="1">
            <a:off x="5402580" y="3578503"/>
            <a:ext cx="352192" cy="1146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6E50073-06E2-43A8-8ACA-6D387F480365}"/>
              </a:ext>
            </a:extLst>
          </p:cNvPr>
          <p:cNvSpPr txBox="1"/>
          <p:nvPr/>
        </p:nvSpPr>
        <p:spPr>
          <a:xfrm>
            <a:off x="4994402" y="3592045"/>
            <a:ext cx="56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</a:rPr>
              <a:t>DIR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583E25-DBAD-473E-9572-AD977E8B2B44}"/>
              </a:ext>
            </a:extLst>
          </p:cNvPr>
          <p:cNvSpPr/>
          <p:nvPr/>
        </p:nvSpPr>
        <p:spPr>
          <a:xfrm>
            <a:off x="4448261" y="5180689"/>
            <a:ext cx="751627" cy="14856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CFCD3D-DD41-426B-B374-738E87BC01D8}"/>
              </a:ext>
            </a:extLst>
          </p:cNvPr>
          <p:cNvSpPr/>
          <p:nvPr/>
        </p:nvSpPr>
        <p:spPr>
          <a:xfrm>
            <a:off x="885776" y="3730544"/>
            <a:ext cx="1540432" cy="7288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88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9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9B623C60-0AE9-4ED1-9550-44B3746C4EDA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  <a:endParaRPr lang="zh-TW" altLang="en-US" sz="2000" b="1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7300740-EB0E-4B97-8905-4F0610477A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223" t="11240" r="8887" b="55194"/>
          <a:stretch/>
        </p:blipFill>
        <p:spPr>
          <a:xfrm>
            <a:off x="12016025" y="-2741564"/>
            <a:ext cx="3883290" cy="275959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482B15-EAF0-46B4-B2AC-017D62210E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218"/>
          <a:stretch/>
        </p:blipFill>
        <p:spPr>
          <a:xfrm>
            <a:off x="16680357" y="1981815"/>
            <a:ext cx="2928141" cy="2759592"/>
          </a:xfrm>
          <a:prstGeom prst="rect">
            <a:avLst/>
          </a:prstGeom>
        </p:spPr>
      </p:pic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D6C776-FB4E-4117-B9DD-74E9C3103D79}"/>
              </a:ext>
            </a:extLst>
          </p:cNvPr>
          <p:cNvCxnSpPr/>
          <p:nvPr/>
        </p:nvCxnSpPr>
        <p:spPr>
          <a:xfrm flipH="1">
            <a:off x="13688569" y="-1116071"/>
            <a:ext cx="53820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72FA70B-2EA3-4268-A5ED-25E4C757E5C7}"/>
              </a:ext>
            </a:extLst>
          </p:cNvPr>
          <p:cNvSpPr txBox="1"/>
          <p:nvPr/>
        </p:nvSpPr>
        <p:spPr>
          <a:xfrm>
            <a:off x="14170153" y="-1300737"/>
            <a:ext cx="112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Remote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2B145FD-4B8A-4494-96B4-AB63E7400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685" y="582786"/>
            <a:ext cx="5615068" cy="608359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C9C0C384-6518-463A-BE4B-F62AA4C070A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3680" b="63115"/>
          <a:stretch/>
        </p:blipFill>
        <p:spPr>
          <a:xfrm>
            <a:off x="6112632" y="56032"/>
            <a:ext cx="2160000" cy="1854040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05962D40-58D0-4E5E-B2BA-1AD78F91D6BF}"/>
              </a:ext>
            </a:extLst>
          </p:cNvPr>
          <p:cNvGrpSpPr/>
          <p:nvPr/>
        </p:nvGrpSpPr>
        <p:grpSpPr>
          <a:xfrm>
            <a:off x="9952852" y="-191150"/>
            <a:ext cx="2702283" cy="2529561"/>
            <a:chOff x="13829704" y="896237"/>
            <a:chExt cx="2850653" cy="2759592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7FF8E51E-5E92-44FD-847D-FAE181760E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8784" t="20668" r="17392" b="39093"/>
            <a:stretch/>
          </p:blipFill>
          <p:spPr>
            <a:xfrm>
              <a:off x="13829704" y="896237"/>
              <a:ext cx="2850653" cy="2759592"/>
            </a:xfrm>
            <a:prstGeom prst="rect">
              <a:avLst/>
            </a:prstGeom>
          </p:spPr>
        </p:pic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0B363842-F28D-4495-96B1-E603AA5790E1}"/>
                </a:ext>
              </a:extLst>
            </p:cNvPr>
            <p:cNvSpPr txBox="1"/>
            <p:nvPr/>
          </p:nvSpPr>
          <p:spPr>
            <a:xfrm>
              <a:off x="15473728" y="1019389"/>
              <a:ext cx="5600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FF0000"/>
                  </a:solidFill>
                </a:rPr>
                <a:t>PUL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80DF67A1-5ECE-4763-9BF3-F283D746D756}"/>
                </a:ext>
              </a:extLst>
            </p:cNvPr>
            <p:cNvSpPr txBox="1"/>
            <p:nvPr/>
          </p:nvSpPr>
          <p:spPr>
            <a:xfrm>
              <a:off x="15421224" y="1281040"/>
              <a:ext cx="5600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FF0000"/>
                  </a:solidFill>
                </a:rPr>
                <a:t>ENV</a:t>
              </a: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D084590-4336-4891-83B5-EFFEC028FBE9}"/>
                </a:ext>
              </a:extLst>
            </p:cNvPr>
            <p:cNvCxnSpPr>
              <a:cxnSpLocks/>
            </p:cNvCxnSpPr>
            <p:nvPr/>
          </p:nvCxnSpPr>
          <p:spPr>
            <a:xfrm>
              <a:off x="15842462" y="1165897"/>
              <a:ext cx="382672" cy="13049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1387F36E-A250-43F1-9C98-13DFC0E2F6A9}"/>
                </a:ext>
              </a:extLst>
            </p:cNvPr>
            <p:cNvCxnSpPr>
              <a:cxnSpLocks/>
            </p:cNvCxnSpPr>
            <p:nvPr/>
          </p:nvCxnSpPr>
          <p:spPr>
            <a:xfrm>
              <a:off x="15806628" y="1419540"/>
              <a:ext cx="40058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93701742-E84F-48F8-8F39-6FA49A9F7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72942" y="1521140"/>
              <a:ext cx="352192" cy="11465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B6E50073-06E2-43A8-8ACA-6D387F480365}"/>
                </a:ext>
              </a:extLst>
            </p:cNvPr>
            <p:cNvSpPr txBox="1"/>
            <p:nvPr/>
          </p:nvSpPr>
          <p:spPr>
            <a:xfrm>
              <a:off x="15464764" y="1534682"/>
              <a:ext cx="5600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FF0000"/>
                  </a:solidFill>
                </a:rPr>
                <a:t>DIR</a:t>
              </a:r>
            </a:p>
          </p:txBody>
        </p:sp>
      </p:grpSp>
      <p:pic>
        <p:nvPicPr>
          <p:cNvPr id="38" name="圖片 37">
            <a:extLst>
              <a:ext uri="{FF2B5EF4-FFF2-40B4-BE49-F238E27FC236}">
                <a16:creationId xmlns:a16="http://schemas.microsoft.com/office/drawing/2014/main" id="{DF81BECE-ACBD-4CD5-B229-07314457B61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8330" b="4785"/>
          <a:stretch/>
        </p:blipFill>
        <p:spPr>
          <a:xfrm>
            <a:off x="6154767" y="2589782"/>
            <a:ext cx="2160000" cy="1414994"/>
          </a:xfrm>
          <a:prstGeom prst="rect">
            <a:avLst/>
          </a:prstGeom>
        </p:spPr>
      </p:pic>
      <p:pic>
        <p:nvPicPr>
          <p:cNvPr id="11" name="64c6413e-1c37-406d-a7e0-dbbdc4d05483">
            <a:hlinkClick r:id="" action="ppaction://media"/>
            <a:extLst>
              <a:ext uri="{FF2B5EF4-FFF2-40B4-BE49-F238E27FC236}">
                <a16:creationId xmlns:a16="http://schemas.microsoft.com/office/drawing/2014/main" id="{17EB8862-3E10-47C9-80DA-95DECD4704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9"/>
          <a:srcRect l="21291" t="11470" r="32805" b="15599"/>
          <a:stretch/>
        </p:blipFill>
        <p:spPr>
          <a:xfrm>
            <a:off x="6112632" y="4606243"/>
            <a:ext cx="2160000" cy="1930368"/>
          </a:xfrm>
          <a:prstGeom prst="rect">
            <a:avLst/>
          </a:prstGeom>
        </p:spPr>
      </p:pic>
      <p:sp>
        <p:nvSpPr>
          <p:cNvPr id="7" name="加號 6">
            <a:extLst>
              <a:ext uri="{FF2B5EF4-FFF2-40B4-BE49-F238E27FC236}">
                <a16:creationId xmlns:a16="http://schemas.microsoft.com/office/drawing/2014/main" id="{9E769751-5E4B-4AFD-94F7-064811E77094}"/>
              </a:ext>
            </a:extLst>
          </p:cNvPr>
          <p:cNvSpPr/>
          <p:nvPr/>
        </p:nvSpPr>
        <p:spPr>
          <a:xfrm>
            <a:off x="6815923" y="1959089"/>
            <a:ext cx="659920" cy="65992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加號 38">
            <a:extLst>
              <a:ext uri="{FF2B5EF4-FFF2-40B4-BE49-F238E27FC236}">
                <a16:creationId xmlns:a16="http://schemas.microsoft.com/office/drawing/2014/main" id="{F380AE3B-EB3C-4646-B698-E6DC476D3A5C}"/>
              </a:ext>
            </a:extLst>
          </p:cNvPr>
          <p:cNvSpPr/>
          <p:nvPr/>
        </p:nvSpPr>
        <p:spPr>
          <a:xfrm>
            <a:off x="6811690" y="3941584"/>
            <a:ext cx="659920" cy="65992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65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9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B3DA7D-C328-4E45-A547-67296D92E133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  <a:endParaRPr lang="zh-TW" altLang="en-US" sz="2000" b="1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17AA165-F7B7-468F-B6CF-598581655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3" y="693770"/>
            <a:ext cx="5807212" cy="597260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F17AECD-772A-418C-B1CE-999755F383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492"/>
          <a:stretch/>
        </p:blipFill>
        <p:spPr>
          <a:xfrm>
            <a:off x="5456049" y="191623"/>
            <a:ext cx="3651556" cy="323737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B95C265-BA94-4865-AA9B-D261D5C0AA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621" r="41793"/>
          <a:stretch/>
        </p:blipFill>
        <p:spPr>
          <a:xfrm>
            <a:off x="5456048" y="3517514"/>
            <a:ext cx="3651555" cy="245064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E703545-97CC-4D4F-B244-98F6F77C8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364" y="5093291"/>
            <a:ext cx="3239239" cy="172872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1011475-F048-494A-AAB0-E70150DD45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095" t="50564" r="43627" b="38047"/>
          <a:stretch/>
        </p:blipFill>
        <p:spPr>
          <a:xfrm>
            <a:off x="4229100" y="5112341"/>
            <a:ext cx="1591639" cy="166996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9D5CF2B-B74A-4C66-A852-A625BE44B535}"/>
              </a:ext>
            </a:extLst>
          </p:cNvPr>
          <p:cNvSpPr/>
          <p:nvPr/>
        </p:nvSpPr>
        <p:spPr>
          <a:xfrm>
            <a:off x="1366838" y="4572000"/>
            <a:ext cx="278606" cy="278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E3376B1-0586-4F78-BBD1-10E5EA3EA5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04708" y="2315773"/>
            <a:ext cx="53820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0A3210F-F648-4BBD-A993-AA2274811AAF}"/>
              </a:ext>
            </a:extLst>
          </p:cNvPr>
          <p:cNvSpPr txBox="1"/>
          <p:nvPr/>
        </p:nvSpPr>
        <p:spPr>
          <a:xfrm>
            <a:off x="7986421" y="1677340"/>
            <a:ext cx="112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Unplug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50AE26-2AB0-4FC9-AC08-A01D93619CF8}"/>
              </a:ext>
            </a:extLst>
          </p:cNvPr>
          <p:cNvSpPr/>
          <p:nvPr/>
        </p:nvSpPr>
        <p:spPr>
          <a:xfrm>
            <a:off x="8331994" y="2046672"/>
            <a:ext cx="361950" cy="441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F86C2C8-DFDD-4118-988B-DC4F25A6E26C}"/>
              </a:ext>
            </a:extLst>
          </p:cNvPr>
          <p:cNvCxnSpPr>
            <a:cxnSpLocks/>
          </p:cNvCxnSpPr>
          <p:nvPr/>
        </p:nvCxnSpPr>
        <p:spPr>
          <a:xfrm flipH="1">
            <a:off x="7670800" y="4996835"/>
            <a:ext cx="53820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05CBAB4-BEC9-4CBD-BC8D-9675DDD85E6D}"/>
              </a:ext>
            </a:extLst>
          </p:cNvPr>
          <p:cNvSpPr txBox="1"/>
          <p:nvPr/>
        </p:nvSpPr>
        <p:spPr>
          <a:xfrm>
            <a:off x="8215243" y="4811328"/>
            <a:ext cx="112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Plug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2B8AC6-C6E0-4DEF-8F99-7AD5D5F78BDD}"/>
              </a:ext>
            </a:extLst>
          </p:cNvPr>
          <p:cNvSpPr/>
          <p:nvPr/>
        </p:nvSpPr>
        <p:spPr>
          <a:xfrm>
            <a:off x="7670800" y="4167664"/>
            <a:ext cx="1121182" cy="6758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2AD9D2-5F46-4A0B-8E08-23A3B1CDAD20}"/>
              </a:ext>
            </a:extLst>
          </p:cNvPr>
          <p:cNvSpPr/>
          <p:nvPr/>
        </p:nvSpPr>
        <p:spPr>
          <a:xfrm>
            <a:off x="1663950" y="4572000"/>
            <a:ext cx="2394969" cy="278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98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0075DC-50A3-4F77-AAA8-2E6E3DEA5EE8}"/>
              </a:ext>
            </a:extLst>
          </p:cNvPr>
          <p:cNvSpPr txBox="1"/>
          <p:nvPr/>
        </p:nvSpPr>
        <p:spPr>
          <a:xfrm>
            <a:off x="254643" y="191623"/>
            <a:ext cx="56137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</a:p>
          <a:p>
            <a:r>
              <a:rPr lang="en-US" altLang="zh-TW" sz="2000" b="1" dirty="0"/>
              <a:t>	Example:</a:t>
            </a:r>
            <a:endParaRPr lang="zh-TW" altLang="en-US" sz="2000" b="1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A81DB76-1CBB-41AE-B75D-162D5B92F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08" y="1064704"/>
            <a:ext cx="7887383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A2DAF4-DFAB-4AB5-AFCD-082F2731BC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817" b="95154"/>
          <a:stretch/>
        </p:blipFill>
        <p:spPr>
          <a:xfrm>
            <a:off x="128473" y="530774"/>
            <a:ext cx="1128828" cy="40011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0075DC-50A3-4F77-AAA8-2E6E3DEA5EE8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7DC9870-8DBF-4EC1-9594-3D89E9FF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387" y="2645924"/>
            <a:ext cx="6264566" cy="55824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5FFFD34-B832-4EFB-A6F6-FDF8EA963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52" y="-1741383"/>
            <a:ext cx="4124901" cy="598253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886C19B-E509-4307-97BD-EF1ACD2DD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2975" y="-1269533"/>
            <a:ext cx="4175545" cy="292231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BB88BC8-2567-44C7-BF8A-AB6ACCAB7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36" y="952352"/>
            <a:ext cx="5287113" cy="184810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A033F20-B37D-4941-93E4-3C4C73286F88}"/>
              </a:ext>
            </a:extLst>
          </p:cNvPr>
          <p:cNvSpPr/>
          <p:nvPr/>
        </p:nvSpPr>
        <p:spPr>
          <a:xfrm>
            <a:off x="128473" y="2585236"/>
            <a:ext cx="1306628" cy="215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52A1C4-8B88-420E-A528-2B28D9810224}"/>
              </a:ext>
            </a:extLst>
          </p:cNvPr>
          <p:cNvSpPr/>
          <p:nvPr/>
        </p:nvSpPr>
        <p:spPr>
          <a:xfrm>
            <a:off x="1847850" y="1597800"/>
            <a:ext cx="2057400" cy="278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D4FC25D-132B-461F-BADA-48EFA91E6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36" y="2830232"/>
            <a:ext cx="8040222" cy="43821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62631849-2110-41ED-A588-32C6640467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98" y="3268443"/>
            <a:ext cx="5458587" cy="24768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9D4F440-BEAD-4AD4-A3E6-27F707DEDBF9}"/>
              </a:ext>
            </a:extLst>
          </p:cNvPr>
          <p:cNvSpPr/>
          <p:nvPr/>
        </p:nvSpPr>
        <p:spPr>
          <a:xfrm>
            <a:off x="1651321" y="3237522"/>
            <a:ext cx="3790628" cy="278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A61273E-E35D-4D28-8E9B-22FFD8FC6A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836" y="3583001"/>
            <a:ext cx="5010849" cy="71447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CB9D852-04E3-4AB5-91B2-4C45E1B0912B}"/>
              </a:ext>
            </a:extLst>
          </p:cNvPr>
          <p:cNvSpPr/>
          <p:nvPr/>
        </p:nvSpPr>
        <p:spPr>
          <a:xfrm>
            <a:off x="1628775" y="3822700"/>
            <a:ext cx="231098" cy="1904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DD94C8-EA5C-4FCD-A348-F6F07E11D717}"/>
              </a:ext>
            </a:extLst>
          </p:cNvPr>
          <p:cNvSpPr/>
          <p:nvPr/>
        </p:nvSpPr>
        <p:spPr>
          <a:xfrm>
            <a:off x="2273300" y="4019655"/>
            <a:ext cx="298450" cy="1904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BE0CA4F-4720-4D7B-901A-B938E4C26C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00" y="4395643"/>
            <a:ext cx="2724530" cy="64779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8589F45-C130-45B6-8B2F-7F53F04F6530}"/>
              </a:ext>
            </a:extLst>
          </p:cNvPr>
          <p:cNvSpPr/>
          <p:nvPr/>
        </p:nvSpPr>
        <p:spPr>
          <a:xfrm>
            <a:off x="1550803" y="4592196"/>
            <a:ext cx="380391" cy="215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CA03207-4FA2-49DC-A8C2-808B9D42BB7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0380" b="9785"/>
          <a:stretch/>
        </p:blipFill>
        <p:spPr>
          <a:xfrm>
            <a:off x="3295295" y="4517250"/>
            <a:ext cx="5047309" cy="188355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07FA8211-F43C-4B40-ABDE-4C08EAE251F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0068" b="81558"/>
          <a:stretch/>
        </p:blipFill>
        <p:spPr>
          <a:xfrm>
            <a:off x="160307" y="5126027"/>
            <a:ext cx="2984162" cy="588973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576AFD7D-9FD0-4715-B79F-832A8C37D9E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92655" r="79424" b="-743"/>
          <a:stretch/>
        </p:blipFill>
        <p:spPr>
          <a:xfrm>
            <a:off x="171000" y="5785936"/>
            <a:ext cx="1212401" cy="25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1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A2DAF4-DFAB-4AB5-AFCD-082F2731BC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817" b="95154"/>
          <a:stretch/>
        </p:blipFill>
        <p:spPr>
          <a:xfrm>
            <a:off x="128473" y="530774"/>
            <a:ext cx="1128828" cy="40011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0075DC-50A3-4F77-AAA8-2E6E3DEA5EE8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7DC9870-8DBF-4EC1-9594-3D89E9FF7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631" r="32388"/>
          <a:stretch/>
        </p:blipFill>
        <p:spPr>
          <a:xfrm>
            <a:off x="254643" y="2305136"/>
            <a:ext cx="5422257" cy="74097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5FFFD34-B832-4EFB-A6F6-FDF8EA963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6221"/>
          <a:stretch/>
        </p:blipFill>
        <p:spPr>
          <a:xfrm>
            <a:off x="204949" y="995321"/>
            <a:ext cx="6317950" cy="12625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886C19B-E509-4307-97BD-EF1ACD2DD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2975" y="-1269533"/>
            <a:ext cx="4175545" cy="2922312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E99E68F0-3B3C-44A2-8902-580CD477A3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883"/>
          <a:stretch/>
        </p:blipFill>
        <p:spPr>
          <a:xfrm>
            <a:off x="254644" y="3093364"/>
            <a:ext cx="2243300" cy="276931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A8BC0F3-7631-4FD8-A656-70AD368CE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43" y="6089068"/>
            <a:ext cx="7423414" cy="42712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CE8BBEA-AEAA-424F-8CB1-CC4635BF7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148" y="3429000"/>
            <a:ext cx="2436096" cy="190918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186A98C-FA64-4339-B8EE-209363B971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8244" y="3434132"/>
            <a:ext cx="2456623" cy="1898922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9941F941-4392-47CD-9253-5744422192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867" y="3434132"/>
            <a:ext cx="2453202" cy="189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9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6357855-E9CE-490D-848F-46CD48287C5B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37315C8-4A16-4772-A770-867D45D27E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5" t="19074" r="52797" b="24074"/>
          <a:stretch/>
        </p:blipFill>
        <p:spPr>
          <a:xfrm>
            <a:off x="140380" y="879475"/>
            <a:ext cx="1614006" cy="38989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8329A11-7FBB-4761-8725-D9772E8548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44" t="22879" r="16444" b="33143"/>
          <a:stretch/>
        </p:blipFill>
        <p:spPr>
          <a:xfrm rot="5400000">
            <a:off x="2860837" y="2190280"/>
            <a:ext cx="3601120" cy="12772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D140DB-CFCC-43C2-AC49-6CC611BC57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24" t="19711" r="20909" b="19960"/>
          <a:stretch/>
        </p:blipFill>
        <p:spPr>
          <a:xfrm rot="16200000">
            <a:off x="1070439" y="1736734"/>
            <a:ext cx="3644041" cy="218438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38BC935-064A-46E6-BEA3-C8DD7BB3EF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8608"/>
          <a:stretch/>
        </p:blipFill>
        <p:spPr>
          <a:xfrm>
            <a:off x="5286350" y="305923"/>
            <a:ext cx="3784830" cy="481162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8ECE3DA-46DB-4894-B656-02384FB6C8B3}"/>
              </a:ext>
            </a:extLst>
          </p:cNvPr>
          <p:cNvSpPr/>
          <p:nvPr/>
        </p:nvSpPr>
        <p:spPr>
          <a:xfrm>
            <a:off x="2797362" y="2168903"/>
            <a:ext cx="1125305" cy="57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721457-8207-4FC8-A081-BFC3D227A79D}"/>
              </a:ext>
            </a:extLst>
          </p:cNvPr>
          <p:cNvSpPr/>
          <p:nvPr/>
        </p:nvSpPr>
        <p:spPr>
          <a:xfrm>
            <a:off x="4404806" y="3723383"/>
            <a:ext cx="743250" cy="739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49190D-C779-43FF-9276-08E99B86F1CE}"/>
              </a:ext>
            </a:extLst>
          </p:cNvPr>
          <p:cNvSpPr/>
          <p:nvPr/>
        </p:nvSpPr>
        <p:spPr>
          <a:xfrm>
            <a:off x="5395505" y="895635"/>
            <a:ext cx="556438" cy="158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1E8D58-A8C8-423B-A3D2-6BB29F41AB00}"/>
              </a:ext>
            </a:extLst>
          </p:cNvPr>
          <p:cNvSpPr/>
          <p:nvPr/>
        </p:nvSpPr>
        <p:spPr>
          <a:xfrm>
            <a:off x="7795804" y="895635"/>
            <a:ext cx="1275375" cy="42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6FA235-604C-43C6-8350-76D332AD295D}"/>
              </a:ext>
            </a:extLst>
          </p:cNvPr>
          <p:cNvSpPr/>
          <p:nvPr/>
        </p:nvSpPr>
        <p:spPr>
          <a:xfrm>
            <a:off x="6264682" y="1997360"/>
            <a:ext cx="200024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67FF2D-B593-438B-808F-7EAACF2E24BA}"/>
              </a:ext>
            </a:extLst>
          </p:cNvPr>
          <p:cNvSpPr/>
          <p:nvPr/>
        </p:nvSpPr>
        <p:spPr>
          <a:xfrm>
            <a:off x="7467906" y="2083084"/>
            <a:ext cx="558899" cy="238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D2E819-4BD7-43A1-96DA-CE99629058A9}"/>
              </a:ext>
            </a:extLst>
          </p:cNvPr>
          <p:cNvSpPr/>
          <p:nvPr/>
        </p:nvSpPr>
        <p:spPr>
          <a:xfrm>
            <a:off x="5324449" y="1391570"/>
            <a:ext cx="1945119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1D8F0EA1-00F5-48CC-8DB2-9A436E2D0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80" y="5138378"/>
            <a:ext cx="4173424" cy="116685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88E0EA7A-022B-47B0-A826-153C2873D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4807" y="5188245"/>
            <a:ext cx="3390998" cy="138682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5AC2083-F30E-403C-BC05-5F0A7E680BC0}"/>
              </a:ext>
            </a:extLst>
          </p:cNvPr>
          <p:cNvSpPr/>
          <p:nvPr/>
        </p:nvSpPr>
        <p:spPr>
          <a:xfrm>
            <a:off x="2682240" y="5676901"/>
            <a:ext cx="510540" cy="174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483C20-4AD6-432F-8B8F-1263EBAA2D52}"/>
              </a:ext>
            </a:extLst>
          </p:cNvPr>
          <p:cNvSpPr/>
          <p:nvPr/>
        </p:nvSpPr>
        <p:spPr>
          <a:xfrm>
            <a:off x="3283783" y="5661996"/>
            <a:ext cx="894153" cy="18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49C9AC3-17E5-4627-88A3-103043775318}"/>
              </a:ext>
            </a:extLst>
          </p:cNvPr>
          <p:cNvSpPr/>
          <p:nvPr/>
        </p:nvSpPr>
        <p:spPr>
          <a:xfrm>
            <a:off x="3283782" y="6029335"/>
            <a:ext cx="894153" cy="18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7DFE80D-3499-4B30-A382-FF4FA2C9FA51}"/>
              </a:ext>
            </a:extLst>
          </p:cNvPr>
          <p:cNvSpPr/>
          <p:nvPr/>
        </p:nvSpPr>
        <p:spPr>
          <a:xfrm>
            <a:off x="5057790" y="6108643"/>
            <a:ext cx="1406916" cy="18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166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91D7B84-641E-47D5-847D-2399BA8EEF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637" b="43215"/>
          <a:stretch/>
        </p:blipFill>
        <p:spPr>
          <a:xfrm>
            <a:off x="3427424" y="3309334"/>
            <a:ext cx="3453545" cy="32698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FE4FC84-E1FD-411D-A856-13D13B88DB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46"/>
          <a:stretch/>
        </p:blipFill>
        <p:spPr>
          <a:xfrm>
            <a:off x="0" y="3030473"/>
            <a:ext cx="3568700" cy="354866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94F224B-ED1B-4D4A-9F11-81B987612652}"/>
              </a:ext>
            </a:extLst>
          </p:cNvPr>
          <p:cNvSpPr txBox="1"/>
          <p:nvPr/>
        </p:nvSpPr>
        <p:spPr>
          <a:xfrm>
            <a:off x="254643" y="191623"/>
            <a:ext cx="561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D110 system coding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E6F534E-D806-41DA-8375-A4D2FFEB4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53" y="591733"/>
            <a:ext cx="5953956" cy="243874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94094FB-ADF1-4828-9F54-BC38892915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1" t="58011" r="51095"/>
          <a:stretch/>
        </p:blipFill>
        <p:spPr>
          <a:xfrm>
            <a:off x="6880969" y="4804806"/>
            <a:ext cx="2082800" cy="16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7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807</TotalTime>
  <Words>42</Words>
  <Application>Microsoft Office PowerPoint</Application>
  <PresentationFormat>如螢幕大小 (4:3)</PresentationFormat>
  <Paragraphs>22</Paragraphs>
  <Slides>9</Slides>
  <Notes>0</Notes>
  <HiddenSlides>0</HiddenSlides>
  <MMClips>2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士博 簡</dc:creator>
  <cp:lastModifiedBy>士博 簡</cp:lastModifiedBy>
  <cp:revision>45</cp:revision>
  <dcterms:created xsi:type="dcterms:W3CDTF">2025-08-29T08:45:20Z</dcterms:created>
  <dcterms:modified xsi:type="dcterms:W3CDTF">2025-11-11T08:00:42Z</dcterms:modified>
</cp:coreProperties>
</file>